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D3429-8A0F-C374-CE44-4AAA51A3A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5894E8-C779-7171-A345-F69EACCB2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E3B389-DDEF-ED0E-5C68-849DDF30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40DD0-D4FE-98EE-AA64-CF69789B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2DD55C-3F5F-B8A1-FAF1-7C5956EB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8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EC512-722E-F50E-2CC4-CC045E73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61764-FD37-DB33-5EAD-80F4B4262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2AB3E1-1C7B-B834-5385-3B29201C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C62272-5F5F-878F-4429-F9F81EF4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168EE5-6387-AA06-7C61-F8A9C6BB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1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6B18E-92D6-23BB-8643-DA62A2120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15478F-289E-9EC1-3464-212369E85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9E7379-32E4-D7EC-ED4C-4555396B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AF1D2D-1362-A19E-49DF-CC9DFF87B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996DCB-BD93-2074-E8F1-4AC031D5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88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CD107-CE37-CC21-4088-1E4B22D1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F8FDE7-9F93-30D5-C06D-AA358FC8C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CA044F-052D-F8A2-D38F-B6225825D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23D3DA-B68F-2738-8839-034C3A65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0DFCE-B0C3-2004-1B43-575F98EC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C3CE08-246F-3A84-FC80-5A462684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22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D4AFA-6A41-86F1-E1B0-D36F4AA5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0D70A3-C6D2-5E51-6344-254DB65C6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953593-D9B5-2120-FF18-909221B47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C3F0C8-F0CC-E791-7EEE-3C586EC4F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6C409A-9658-7036-5EB5-E03DE06BB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F8B483-D549-A640-6AF1-46890EAF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7A646B-09D2-D8F1-6F7D-8D160495C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9E1D3B-CD21-C200-DFBA-89219919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98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3C3C7-FE07-C0F2-110F-06B22B79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483D74-D8A0-8261-8BCC-C90D9CC5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955C84-E493-2251-DD2C-C515191B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2C2D61-C3BD-A936-1E74-97E66E54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03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7B138F-162A-C90B-69BE-632F1703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0C61FE-1437-BD3F-EBB3-7EEB50F9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4B7B64-29C7-645E-A2D3-94270DE2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441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68E6F-F46C-5342-BCFF-6738FC4AE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6939CC-18E8-D75B-EDEF-BE497CC09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14491F-F5BF-34AF-9C7E-17BAF7558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243B6D-22FA-9B6D-B78A-B2A268CA3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18FBA0-229E-271A-4F20-80876123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1A4EFF-12AD-7485-D2B6-6BE2AFFB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10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C16D2-4C46-5D8C-91D9-94E33DCC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1FE87A-F9AD-238B-27DE-940921902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E14D7A-EE70-284B-DE89-755C6849A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1AF48E-FCF7-8CD3-E7DA-A2C02B5B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596567-EC9D-E778-6A3E-F89F5B7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7E1C4D-09AA-2762-22FB-CA9CF7AE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969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13948-7500-4551-6ED6-474D1225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E98C3A-FE67-11C1-8953-85A6EB2E4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E8B677-9751-F42A-717D-D687C953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769A1B-F9D0-4DE7-D0ED-0BD977A4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47A8F5-39B7-A58C-FADC-7172DCCC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1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9F5745-08A1-D7A2-C781-FC6FDDCE8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ED7B90-CC5B-2D60-C614-558B1F8A1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D7C786-BD5C-C956-A200-C5433F1A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B52A0E-1B1D-A357-FD63-AA6DFD5A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8D84CF-8569-88DD-5BDC-9D2F29CC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87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009D0B-CA02-7E26-D5EE-F5D995A2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D2A869-C6BF-65DD-65F3-BD66C1CC3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E7E0F9-9392-0231-3C74-014751450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F9426-0E4C-455D-8DE3-A33E5E0D1ACD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A2B071-061C-F773-9CAF-CB74C9668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9249-6524-5DD4-5A21-86AF173CC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6E2CC-13A8-4681-AC7A-F60664529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98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FB297-E591-3E23-392B-9EB6F63C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500" b="1" dirty="0"/>
              <a:t>별과 은하의 탄생 </a:t>
            </a:r>
            <a:r>
              <a:rPr lang="en-US" altLang="ko-KR" sz="2000" dirty="0"/>
              <a:t>(</a:t>
            </a:r>
            <a:r>
              <a:rPr lang="ko-KR" altLang="en-US" sz="2000" dirty="0"/>
              <a:t>키보드 </a:t>
            </a:r>
            <a:r>
              <a:rPr lang="ko-KR" altLang="en-US" sz="2000" dirty="0" err="1"/>
              <a:t>입력값</a:t>
            </a:r>
            <a:r>
              <a:rPr lang="ko-KR" altLang="en-US" sz="2000" dirty="0"/>
              <a:t> 정의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24F247-819B-1A98-6A99-9CB44154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500" dirty="0"/>
              <a:t>영문 키 기준입니다</a:t>
            </a:r>
            <a:r>
              <a:rPr lang="en-US" altLang="ko-KR" sz="1500" dirty="0"/>
              <a:t>(</a:t>
            </a:r>
            <a:r>
              <a:rPr lang="ko-KR" altLang="en-US" sz="1500" dirty="0"/>
              <a:t>한글 입력 시 작동되지 않습니다</a:t>
            </a:r>
            <a:r>
              <a:rPr lang="en-US" altLang="ko-KR" sz="1500" dirty="0"/>
              <a:t>.)</a:t>
            </a:r>
            <a:r>
              <a:rPr lang="ko-KR" altLang="en-US" sz="1500" dirty="0"/>
              <a:t> </a:t>
            </a:r>
            <a:endParaRPr lang="en-US" altLang="ko-KR" sz="1500" dirty="0"/>
          </a:p>
          <a:p>
            <a:r>
              <a:rPr lang="en-US" altLang="ko-KR" sz="1500" dirty="0"/>
              <a:t>1 (player1)-&gt;</a:t>
            </a:r>
            <a:r>
              <a:rPr lang="ko-KR" altLang="en-US" sz="1500" dirty="0"/>
              <a:t>키보드 </a:t>
            </a:r>
            <a:r>
              <a:rPr lang="en-US" altLang="ko-KR" sz="1500" dirty="0"/>
              <a:t>1</a:t>
            </a:r>
            <a:r>
              <a:rPr lang="ko-KR" altLang="en-US" sz="1500" dirty="0"/>
              <a:t>번 입력 시 바람시작 </a:t>
            </a:r>
            <a:r>
              <a:rPr lang="en-US" altLang="ko-KR" sz="1500" dirty="0"/>
              <a:t>-&gt; </a:t>
            </a:r>
            <a:r>
              <a:rPr lang="ko-KR" altLang="en-US" sz="1500" dirty="0"/>
              <a:t>다시 </a:t>
            </a:r>
            <a:r>
              <a:rPr lang="en-US" altLang="ko-KR" sz="1500" dirty="0"/>
              <a:t>1</a:t>
            </a:r>
            <a:r>
              <a:rPr lang="ko-KR" altLang="en-US" sz="1500" dirty="0"/>
              <a:t>번 입력 시 바람 종료</a:t>
            </a:r>
            <a:endParaRPr lang="en-US" altLang="ko-KR" sz="1500" dirty="0"/>
          </a:p>
          <a:p>
            <a:r>
              <a:rPr lang="en-US" altLang="ko-KR" sz="1500" dirty="0"/>
              <a:t>2 (player2)-&gt;</a:t>
            </a:r>
            <a:r>
              <a:rPr lang="ko-KR" altLang="en-US" sz="1500" dirty="0"/>
              <a:t>키보드 </a:t>
            </a:r>
            <a:r>
              <a:rPr lang="en-US" altLang="ko-KR" sz="1500" dirty="0"/>
              <a:t>2</a:t>
            </a:r>
            <a:r>
              <a:rPr lang="ko-KR" altLang="en-US" sz="1500" dirty="0"/>
              <a:t>번 입력 시 바람시작 </a:t>
            </a:r>
            <a:r>
              <a:rPr lang="en-US" altLang="ko-KR" sz="1500" dirty="0"/>
              <a:t>-&gt; </a:t>
            </a:r>
            <a:r>
              <a:rPr lang="ko-KR" altLang="en-US" sz="1500" dirty="0"/>
              <a:t>다시 </a:t>
            </a:r>
            <a:r>
              <a:rPr lang="en-US" altLang="ko-KR" sz="1500" dirty="0"/>
              <a:t>2</a:t>
            </a:r>
            <a:r>
              <a:rPr lang="ko-KR" altLang="en-US" sz="1500" dirty="0"/>
              <a:t>번 입력 시 바람 종료</a:t>
            </a:r>
            <a:endParaRPr lang="en-US" altLang="ko-KR" sz="1500" dirty="0"/>
          </a:p>
          <a:p>
            <a:r>
              <a:rPr lang="en-US" altLang="ko-KR" sz="1500" dirty="0"/>
              <a:t>3 (player3)-&gt;</a:t>
            </a:r>
            <a:r>
              <a:rPr lang="ko-KR" altLang="en-US" sz="1500" dirty="0"/>
              <a:t>키보드 </a:t>
            </a:r>
            <a:r>
              <a:rPr lang="en-US" altLang="ko-KR" sz="1500" dirty="0"/>
              <a:t>3</a:t>
            </a:r>
            <a:r>
              <a:rPr lang="ko-KR" altLang="en-US" sz="1500" dirty="0"/>
              <a:t>번 입력 시 바람시작 </a:t>
            </a:r>
            <a:r>
              <a:rPr lang="en-US" altLang="ko-KR" sz="1500" dirty="0"/>
              <a:t>-&gt; </a:t>
            </a:r>
            <a:r>
              <a:rPr lang="ko-KR" altLang="en-US" sz="1500" dirty="0"/>
              <a:t>다시 </a:t>
            </a:r>
            <a:r>
              <a:rPr lang="en-US" altLang="ko-KR" sz="1500" dirty="0"/>
              <a:t>3</a:t>
            </a:r>
            <a:r>
              <a:rPr lang="ko-KR" altLang="en-US" sz="1500" dirty="0"/>
              <a:t>번 입력 시 바람 종료</a:t>
            </a:r>
            <a:endParaRPr lang="en-US" altLang="ko-KR" sz="1500" dirty="0"/>
          </a:p>
          <a:p>
            <a:r>
              <a:rPr lang="en-US" altLang="ko-KR" sz="1500" dirty="0"/>
              <a:t>4 (player4)-&gt;</a:t>
            </a:r>
            <a:r>
              <a:rPr lang="ko-KR" altLang="en-US" sz="1500" dirty="0"/>
              <a:t>키보드 </a:t>
            </a:r>
            <a:r>
              <a:rPr lang="en-US" altLang="ko-KR" sz="1500" dirty="0"/>
              <a:t>4</a:t>
            </a:r>
            <a:r>
              <a:rPr lang="ko-KR" altLang="en-US" sz="1500" dirty="0"/>
              <a:t>번 입력 시 바람시작 </a:t>
            </a:r>
            <a:r>
              <a:rPr lang="en-US" altLang="ko-KR" sz="1500" dirty="0"/>
              <a:t>-&gt; </a:t>
            </a:r>
            <a:r>
              <a:rPr lang="ko-KR" altLang="en-US" sz="1500" dirty="0"/>
              <a:t>다시 </a:t>
            </a:r>
            <a:r>
              <a:rPr lang="en-US" altLang="ko-KR" sz="1500" dirty="0"/>
              <a:t>4</a:t>
            </a:r>
            <a:r>
              <a:rPr lang="ko-KR" altLang="en-US" sz="1500" dirty="0"/>
              <a:t>번 입력 시 바람 종료</a:t>
            </a:r>
            <a:endParaRPr lang="en-US" altLang="ko-KR" sz="1500" dirty="0"/>
          </a:p>
          <a:p>
            <a:r>
              <a:rPr lang="en-US" altLang="ko-KR" sz="1500" dirty="0"/>
              <a:t>5 (player5)-&gt;</a:t>
            </a:r>
            <a:r>
              <a:rPr lang="ko-KR" altLang="en-US" sz="1500" dirty="0"/>
              <a:t>키보드 </a:t>
            </a:r>
            <a:r>
              <a:rPr lang="en-US" altLang="ko-KR" sz="1500" dirty="0"/>
              <a:t>5</a:t>
            </a:r>
            <a:r>
              <a:rPr lang="ko-KR" altLang="en-US" sz="1500" dirty="0"/>
              <a:t>번 입력 시 바람시작 </a:t>
            </a:r>
            <a:r>
              <a:rPr lang="en-US" altLang="ko-KR" sz="1500" dirty="0"/>
              <a:t>-&gt; </a:t>
            </a:r>
            <a:r>
              <a:rPr lang="ko-KR" altLang="en-US" sz="1500" dirty="0"/>
              <a:t>다시 </a:t>
            </a:r>
            <a:r>
              <a:rPr lang="en-US" altLang="ko-KR" sz="1500" dirty="0"/>
              <a:t>5</a:t>
            </a:r>
            <a:r>
              <a:rPr lang="ko-KR" altLang="en-US" sz="1500" dirty="0"/>
              <a:t>번 입력 시 바람 종료</a:t>
            </a:r>
          </a:p>
        </p:txBody>
      </p:sp>
    </p:spTree>
    <p:extLst>
      <p:ext uri="{BB962C8B-B14F-4D97-AF65-F5344CB8AC3E}">
        <p14:creationId xmlns:p14="http://schemas.microsoft.com/office/powerpoint/2010/main" val="272889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108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별과 은하의 탄생 (키보드 입력값 정의)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키보드 입력에 따른 바람 정의 </dc:title>
  <dc:creator>508</dc:creator>
  <cp:lastModifiedBy>508</cp:lastModifiedBy>
  <cp:revision>4</cp:revision>
  <dcterms:created xsi:type="dcterms:W3CDTF">2023-05-19T07:58:40Z</dcterms:created>
  <dcterms:modified xsi:type="dcterms:W3CDTF">2023-05-22T07:58:56Z</dcterms:modified>
</cp:coreProperties>
</file>